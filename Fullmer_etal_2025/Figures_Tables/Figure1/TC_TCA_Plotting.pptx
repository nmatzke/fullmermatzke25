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nickm/GitHub/FullmerMatzke25/Fullmer_etal_2025/Figures_Tables/Figure1/TC_TCA_Plott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nickm/GitHub/FullmerMatzke25/Fullmer_etal_2025/Figures_Tables/Figure1/TC_TCA_Plott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Relative Tree Certainty All (TCA)</a:t>
            </a:r>
          </a:p>
        </c:rich>
      </c:tx>
      <c:layout>
        <c:manualLayout>
          <c:xMode val="edge"/>
          <c:yMode val="edge"/>
          <c:x val="0.4005992259442146"/>
          <c:y val="5.28634361233480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TC_TCA_Plotting!$A$4</c:f>
              <c:strCache>
                <c:ptCount val="1"/>
                <c:pt idx="0">
                  <c:v>a_35_1</c:v>
                </c:pt>
              </c:strCache>
            </c:strRef>
          </c:tx>
          <c:spPr>
            <a:ln w="28575" cap="rnd">
              <a:solidFill>
                <a:schemeClr val="tx1"/>
              </a:solidFill>
              <a:prstDash val="lgDash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(TC_TCA_Plotting!$K$4,TC_TCA_Plotting!$M$4,TC_TCA_Plotting!$O$4)</c:f>
              <c:numCache>
                <c:formatCode>0.000</c:formatCode>
                <c:ptCount val="3"/>
                <c:pt idx="0" formatCode="0.00">
                  <c:v>9.7105999999999998E-2</c:v>
                </c:pt>
                <c:pt idx="1">
                  <c:v>0.14307500000000001</c:v>
                </c:pt>
                <c:pt idx="2">
                  <c:v>0.14400399999999999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0C-194E-95BD-B63099C096A6}"/>
            </c:ext>
          </c:extLst>
        </c:ser>
        <c:ser>
          <c:idx val="2"/>
          <c:order val="1"/>
          <c:tx>
            <c:strRef>
              <c:f>TC_TCA_Plotting!$A$5</c:f>
              <c:strCache>
                <c:ptCount val="1"/>
                <c:pt idx="0">
                  <c:v>a_38_1</c:v>
                </c:pt>
              </c:strCache>
            </c:strRef>
          </c:tx>
          <c:spPr>
            <a:ln w="28575" cap="rnd">
              <a:solidFill>
                <a:schemeClr val="tx1">
                  <a:lumMod val="95000"/>
                  <a:lumOff val="5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(TC_TCA_Plotting!$K$5,TC_TCA_Plotting!$M$5,TC_TCA_Plotting!$O$5)</c:f>
              <c:numCache>
                <c:formatCode>0.000</c:formatCode>
                <c:ptCount val="3"/>
                <c:pt idx="0" formatCode="0.00">
                  <c:v>0.174488</c:v>
                </c:pt>
                <c:pt idx="1">
                  <c:v>0.236704</c:v>
                </c:pt>
                <c:pt idx="2">
                  <c:v>0.29324099999999997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0C-194E-95BD-B63099C096A6}"/>
            </c:ext>
          </c:extLst>
        </c:ser>
        <c:ser>
          <c:idx val="3"/>
          <c:order val="2"/>
          <c:tx>
            <c:strRef>
              <c:f>TC_TCA_Plotting!$A$6</c:f>
              <c:strCache>
                <c:ptCount val="1"/>
                <c:pt idx="0">
                  <c:v>a_39_2</c:v>
                </c:pt>
              </c:strCache>
            </c:strRef>
          </c:tx>
          <c:spPr>
            <a:ln w="28575" cap="rnd">
              <a:solidFill>
                <a:schemeClr val="tx1">
                  <a:lumMod val="95000"/>
                  <a:lumOff val="5000"/>
                </a:schemeClr>
              </a:solidFill>
              <a:prstDash val="dashDot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(TC_TCA_Plotting!$K$6,TC_TCA_Plotting!$M$6,TC_TCA_Plotting!$O$6)</c:f>
              <c:numCache>
                <c:formatCode>0.000</c:formatCode>
                <c:ptCount val="3"/>
                <c:pt idx="0" formatCode="0.00">
                  <c:v>0.301346</c:v>
                </c:pt>
                <c:pt idx="1">
                  <c:v>0.29865700000000001</c:v>
                </c:pt>
                <c:pt idx="2">
                  <c:v>0.53189299999999995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C0C-194E-95BD-B63099C096A6}"/>
            </c:ext>
          </c:extLst>
        </c:ser>
        <c:ser>
          <c:idx val="4"/>
          <c:order val="3"/>
          <c:tx>
            <c:strRef>
              <c:f>TC_TCA_Plotting!$A$7</c:f>
              <c:strCache>
                <c:ptCount val="1"/>
                <c:pt idx="0">
                  <c:v>b_122_1</c:v>
                </c:pt>
              </c:strCache>
            </c:strRef>
          </c:tx>
          <c:spPr>
            <a:ln w="28575" cap="rnd">
              <a:solidFill>
                <a:srgbClr val="003AFF"/>
              </a:solidFill>
              <a:prstDash val="sysDot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(TC_TCA_Plotting!$K$7,TC_TCA_Plotting!$M$7,TC_TCA_Plotting!$O$7)</c:f>
              <c:numCache>
                <c:formatCode>0.000</c:formatCode>
                <c:ptCount val="3"/>
                <c:pt idx="0" formatCode="0.00">
                  <c:v>0.47794700000000001</c:v>
                </c:pt>
                <c:pt idx="1">
                  <c:v>0.29252699999999998</c:v>
                </c:pt>
                <c:pt idx="2">
                  <c:v>0.62833799999999995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C0C-194E-95BD-B63099C096A6}"/>
            </c:ext>
          </c:extLst>
        </c:ser>
        <c:ser>
          <c:idx val="5"/>
          <c:order val="4"/>
          <c:tx>
            <c:strRef>
              <c:f>TC_TCA_Plotting!$A$8</c:f>
              <c:strCache>
                <c:ptCount val="1"/>
                <c:pt idx="0">
                  <c:v>b_15_1</c:v>
                </c:pt>
              </c:strCache>
            </c:strRef>
          </c:tx>
          <c:spPr>
            <a:ln w="28575" cap="rnd">
              <a:solidFill>
                <a:srgbClr val="003AFF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(TC_TCA_Plotting!$K$8,TC_TCA_Plotting!$M$8,TC_TCA_Plotting!$O$8)</c:f>
              <c:numCache>
                <c:formatCode>0.000</c:formatCode>
                <c:ptCount val="3"/>
                <c:pt idx="0" formatCode="0.00">
                  <c:v>0.32942399999999999</c:v>
                </c:pt>
                <c:pt idx="1">
                  <c:v>0.43972499999999998</c:v>
                </c:pt>
                <c:pt idx="2">
                  <c:v>0.61041100000000004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C0C-194E-95BD-B63099C096A6}"/>
            </c:ext>
          </c:extLst>
        </c:ser>
        <c:ser>
          <c:idx val="6"/>
          <c:order val="5"/>
          <c:tx>
            <c:strRef>
              <c:f>TC_TCA_Plotting!$A$9</c:f>
              <c:strCache>
                <c:ptCount val="1"/>
                <c:pt idx="0">
                  <c:v>c_110_1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</a:schemeClr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(TC_TCA_Plotting!$K$9,TC_TCA_Plotting!$M$9,TC_TCA_Plotting!$O$9)</c:f>
              <c:numCache>
                <c:formatCode>0.000</c:formatCode>
                <c:ptCount val="3"/>
                <c:pt idx="0" formatCode="0.00">
                  <c:v>0.45588800000000002</c:v>
                </c:pt>
                <c:pt idx="1">
                  <c:v>0.47449999999999998</c:v>
                </c:pt>
                <c:pt idx="2">
                  <c:v>0.58382199999999995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C0C-194E-95BD-B63099C096A6}"/>
            </c:ext>
          </c:extLst>
        </c:ser>
        <c:ser>
          <c:idx val="7"/>
          <c:order val="6"/>
          <c:tx>
            <c:strRef>
              <c:f>TC_TCA_Plotting!$A$10</c:f>
              <c:strCache>
                <c:ptCount val="1"/>
                <c:pt idx="0">
                  <c:v>c_124_1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</a:schemeClr>
              </a:solidFill>
              <a:prstDash val="lgDash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(TC_TCA_Plotting!$K$10,TC_TCA_Plotting!$M$10,TC_TCA_Plotting!$O$10)</c:f>
              <c:numCache>
                <c:formatCode>0.000</c:formatCode>
                <c:ptCount val="3"/>
                <c:pt idx="0" formatCode="0.00">
                  <c:v>0.43562600000000001</c:v>
                </c:pt>
                <c:pt idx="1">
                  <c:v>0.40193299999999998</c:v>
                </c:pt>
                <c:pt idx="2">
                  <c:v>0.58893200000000001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C0C-194E-95BD-B63099C096A6}"/>
            </c:ext>
          </c:extLst>
        </c:ser>
        <c:ser>
          <c:idx val="8"/>
          <c:order val="7"/>
          <c:tx>
            <c:strRef>
              <c:f>TC_TCA_Plotting!$A$11</c:f>
              <c:strCache>
                <c:ptCount val="1"/>
                <c:pt idx="0">
                  <c:v>d_120_1</c:v>
                </c:pt>
              </c:strCache>
            </c:strRef>
          </c:tx>
          <c:spPr>
            <a:ln w="38100" cap="rnd">
              <a:solidFill>
                <a:srgbClr val="00B05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(TC_TCA_Plotting!$K$11,TC_TCA_Plotting!$M$11,TC_TCA_Plotting!$O$11)</c:f>
              <c:numCache>
                <c:formatCode>0.000</c:formatCode>
                <c:ptCount val="3"/>
                <c:pt idx="0" formatCode="0.00">
                  <c:v>-4.6030000000000003E-3</c:v>
                </c:pt>
                <c:pt idx="1">
                  <c:v>0.30221399999999998</c:v>
                </c:pt>
                <c:pt idx="2">
                  <c:v>0.28830699999999998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C0C-194E-95BD-B63099C096A6}"/>
            </c:ext>
          </c:extLst>
        </c:ser>
        <c:ser>
          <c:idx val="9"/>
          <c:order val="8"/>
          <c:tx>
            <c:strRef>
              <c:f>TC_TCA_Plotting!$A$12</c:f>
              <c:strCache>
                <c:ptCount val="1"/>
                <c:pt idx="0">
                  <c:v>d_122_1</c:v>
                </c:pt>
              </c:strCache>
            </c:strRef>
          </c:tx>
          <c:spPr>
            <a:ln w="38100" cap="rnd">
              <a:solidFill>
                <a:srgbClr val="00B050"/>
              </a:solidFill>
              <a:prstDash val="sysDot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(TC_TCA_Plotting!$K$12,TC_TCA_Plotting!$M$12,TC_TCA_Plotting!$O$12)</c:f>
              <c:numCache>
                <c:formatCode>0.000</c:formatCode>
                <c:ptCount val="3"/>
                <c:pt idx="0" formatCode="0.00">
                  <c:v>0.274474</c:v>
                </c:pt>
                <c:pt idx="1">
                  <c:v>0.30915999999999999</c:v>
                </c:pt>
                <c:pt idx="2">
                  <c:v>0.35959200000000002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0C0C-194E-95BD-B63099C096A6}"/>
            </c:ext>
          </c:extLst>
        </c:ser>
        <c:ser>
          <c:idx val="10"/>
          <c:order val="9"/>
          <c:tx>
            <c:strRef>
              <c:f>TC_TCA_Plotting!$A$16</c:f>
              <c:strCache>
                <c:ptCount val="1"/>
                <c:pt idx="0">
                  <c:v>Mean</c:v>
                </c:pt>
              </c:strCache>
            </c:strRef>
          </c:tx>
          <c:spPr>
            <a:ln w="444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(TC_TCA_Plotting!$K$16,TC_TCA_Plotting!$M$16,TC_TCA_Plotting!$O$16)</c:f>
              <c:numCache>
                <c:formatCode>0.00</c:formatCode>
                <c:ptCount val="3"/>
                <c:pt idx="0">
                  <c:v>0.28241066666666664</c:v>
                </c:pt>
                <c:pt idx="1">
                  <c:v>0.32205499999999998</c:v>
                </c:pt>
                <c:pt idx="2">
                  <c:v>0.44761555555555549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0C0C-194E-95BD-B63099C096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62889679"/>
        <c:axId val="1544049776"/>
      </c:lineChart>
      <c:catAx>
        <c:axId val="2062889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4049776"/>
        <c:crossesAt val="-0.1"/>
        <c:auto val="1"/>
        <c:lblAlgn val="ctr"/>
        <c:lblOffset val="100"/>
        <c:noMultiLvlLbl val="0"/>
      </c:catAx>
      <c:valAx>
        <c:axId val="154404977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2889679"/>
        <c:crosses val="autoZero"/>
        <c:crossBetween val="between"/>
      </c:valAx>
      <c:spPr>
        <a:noFill/>
        <a:ln>
          <a:solidFill>
            <a:schemeClr val="bg1">
              <a:lumMod val="65000"/>
            </a:schemeClr>
          </a:solidFill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Relative Tree Certainty (TC)</a:t>
            </a:r>
          </a:p>
        </c:rich>
      </c:tx>
      <c:layout>
        <c:manualLayout>
          <c:xMode val="edge"/>
          <c:yMode val="edge"/>
          <c:x val="0.44176145354712015"/>
          <c:y val="5.28634361233480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TC_TCA_Plotting!$A$4</c:f>
              <c:strCache>
                <c:ptCount val="1"/>
                <c:pt idx="0">
                  <c:v>a_35_1</c:v>
                </c:pt>
              </c:strCache>
            </c:strRef>
          </c:tx>
          <c:spPr>
            <a:ln w="28575" cap="rnd">
              <a:solidFill>
                <a:schemeClr val="tx1"/>
              </a:solidFill>
              <a:prstDash val="lgDash"/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chemeClr val="tx1"/>
                </a:solidFill>
                <a:prstDash val="lg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B2-E747-97DF-F783AA01A457}"/>
              </c:ext>
            </c:extLst>
          </c:dPt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(TC_TCA_Plotting!$J$4,TC_TCA_Plotting!$L$4,TC_TCA_Plotting!$N$4)</c:f>
              <c:numCache>
                <c:formatCode>0.000</c:formatCode>
                <c:ptCount val="3"/>
                <c:pt idx="0" formatCode="0.00">
                  <c:v>3.4669999999999999E-2</c:v>
                </c:pt>
                <c:pt idx="1">
                  <c:v>0.120021</c:v>
                </c:pt>
                <c:pt idx="2">
                  <c:v>0.11540599999999999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7B2-E747-97DF-F783AA01A457}"/>
            </c:ext>
          </c:extLst>
        </c:ser>
        <c:ser>
          <c:idx val="2"/>
          <c:order val="1"/>
          <c:tx>
            <c:strRef>
              <c:f>TC_TCA_Plotting!$A$5</c:f>
              <c:strCache>
                <c:ptCount val="1"/>
                <c:pt idx="0">
                  <c:v>a_38_1</c:v>
                </c:pt>
              </c:strCache>
            </c:strRef>
          </c:tx>
          <c:spPr>
            <a:ln w="28575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(TC_TCA_Plotting!$J$5,TC_TCA_Plotting!$L$5,TC_TCA_Plotting!$N$5)</c:f>
              <c:numCache>
                <c:formatCode>0.000</c:formatCode>
                <c:ptCount val="3"/>
                <c:pt idx="0" formatCode="0.00">
                  <c:v>0.163243</c:v>
                </c:pt>
                <c:pt idx="1">
                  <c:v>0.19819400000000001</c:v>
                </c:pt>
                <c:pt idx="2">
                  <c:v>0.239956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7B2-E747-97DF-F783AA01A457}"/>
            </c:ext>
          </c:extLst>
        </c:ser>
        <c:ser>
          <c:idx val="3"/>
          <c:order val="2"/>
          <c:tx>
            <c:strRef>
              <c:f>TC_TCA_Plotting!$A$6</c:f>
              <c:strCache>
                <c:ptCount val="1"/>
                <c:pt idx="0">
                  <c:v>a_39_2</c:v>
                </c:pt>
              </c:strCache>
            </c:strRef>
          </c:tx>
          <c:spPr>
            <a:ln w="28575" cap="rnd">
              <a:solidFill>
                <a:schemeClr val="tx1"/>
              </a:solidFill>
              <a:prstDash val="dashDot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(TC_TCA_Plotting!$J$6,TC_TCA_Plotting!$L$6,TC_TCA_Plotting!$N$6)</c:f>
              <c:numCache>
                <c:formatCode>0.000</c:formatCode>
                <c:ptCount val="3"/>
                <c:pt idx="0" formatCode="0.00">
                  <c:v>0.28376400000000002</c:v>
                </c:pt>
                <c:pt idx="1">
                  <c:v>0.29391600000000001</c:v>
                </c:pt>
                <c:pt idx="2">
                  <c:v>0.52912400000000004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7B2-E747-97DF-F783AA01A457}"/>
            </c:ext>
          </c:extLst>
        </c:ser>
        <c:ser>
          <c:idx val="4"/>
          <c:order val="3"/>
          <c:tx>
            <c:strRef>
              <c:f>TC_TCA_Plotting!$A$7</c:f>
              <c:strCache>
                <c:ptCount val="1"/>
                <c:pt idx="0">
                  <c:v>b_122_1</c:v>
                </c:pt>
              </c:strCache>
            </c:strRef>
          </c:tx>
          <c:spPr>
            <a:ln w="28575" cap="rnd">
              <a:solidFill>
                <a:srgbClr val="003AFF"/>
              </a:solidFill>
              <a:prstDash val="sysDot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(TC_TCA_Plotting!$J$7,TC_TCA_Plotting!$L$7,TC_TCA_Plotting!$N$7)</c:f>
              <c:numCache>
                <c:formatCode>0.000</c:formatCode>
                <c:ptCount val="3"/>
                <c:pt idx="0" formatCode="0.00">
                  <c:v>0.47835899999999998</c:v>
                </c:pt>
                <c:pt idx="1">
                  <c:v>0.27044299999999999</c:v>
                </c:pt>
                <c:pt idx="2">
                  <c:v>0.63403399999999999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7B2-E747-97DF-F783AA01A457}"/>
            </c:ext>
          </c:extLst>
        </c:ser>
        <c:ser>
          <c:idx val="5"/>
          <c:order val="4"/>
          <c:tx>
            <c:strRef>
              <c:f>TC_TCA_Plotting!$A$8</c:f>
              <c:strCache>
                <c:ptCount val="1"/>
                <c:pt idx="0">
                  <c:v>b_15_1</c:v>
                </c:pt>
              </c:strCache>
            </c:strRef>
          </c:tx>
          <c:spPr>
            <a:ln w="28575" cap="rnd">
              <a:solidFill>
                <a:srgbClr val="003AFF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(TC_TCA_Plotting!$J$8,TC_TCA_Plotting!$L$8,TC_TCA_Plotting!$N$8)</c:f>
              <c:numCache>
                <c:formatCode>0.000</c:formatCode>
                <c:ptCount val="3"/>
                <c:pt idx="0" formatCode="0.00">
                  <c:v>0.31389499999999998</c:v>
                </c:pt>
                <c:pt idx="1">
                  <c:v>0.41275699999999999</c:v>
                </c:pt>
                <c:pt idx="2">
                  <c:v>0.59436100000000003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7B2-E747-97DF-F783AA01A457}"/>
            </c:ext>
          </c:extLst>
        </c:ser>
        <c:ser>
          <c:idx val="6"/>
          <c:order val="5"/>
          <c:tx>
            <c:strRef>
              <c:f>TC_TCA_Plotting!$A$9</c:f>
              <c:strCache>
                <c:ptCount val="1"/>
                <c:pt idx="0">
                  <c:v>c_110_1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</a:schemeClr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(TC_TCA_Plotting!$J$9,TC_TCA_Plotting!$L$9,TC_TCA_Plotting!$N$9)</c:f>
              <c:numCache>
                <c:formatCode>0.000</c:formatCode>
                <c:ptCount val="3"/>
                <c:pt idx="0" formatCode="0.00">
                  <c:v>0.45528800000000003</c:v>
                </c:pt>
                <c:pt idx="1">
                  <c:v>0.48434199999999999</c:v>
                </c:pt>
                <c:pt idx="2">
                  <c:v>0.58382199999999995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47B2-E747-97DF-F783AA01A457}"/>
            </c:ext>
          </c:extLst>
        </c:ser>
        <c:ser>
          <c:idx val="7"/>
          <c:order val="6"/>
          <c:tx>
            <c:strRef>
              <c:f>TC_TCA_Plotting!$A$10</c:f>
              <c:strCache>
                <c:ptCount val="1"/>
                <c:pt idx="0">
                  <c:v>c_124_1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</a:schemeClr>
              </a:solidFill>
              <a:prstDash val="lgDash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(TC_TCA_Plotting!$J$10,TC_TCA_Plotting!$L$10,TC_TCA_Plotting!$N$10)</c:f>
              <c:numCache>
                <c:formatCode>0.000</c:formatCode>
                <c:ptCount val="3"/>
                <c:pt idx="0" formatCode="0.00">
                  <c:v>0.42778100000000002</c:v>
                </c:pt>
                <c:pt idx="1">
                  <c:v>0.393818</c:v>
                </c:pt>
                <c:pt idx="2">
                  <c:v>0.57491599999999998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7B2-E747-97DF-F783AA01A457}"/>
            </c:ext>
          </c:extLst>
        </c:ser>
        <c:ser>
          <c:idx val="8"/>
          <c:order val="7"/>
          <c:tx>
            <c:strRef>
              <c:f>TC_TCA_Plotting!$A$11</c:f>
              <c:strCache>
                <c:ptCount val="1"/>
                <c:pt idx="0">
                  <c:v>d_120_1</c:v>
                </c:pt>
              </c:strCache>
            </c:strRef>
          </c:tx>
          <c:spPr>
            <a:ln w="38100" cap="rnd">
              <a:solidFill>
                <a:srgbClr val="00B05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(TC_TCA_Plotting!$J$11,TC_TCA_Plotting!$L$11,TC_TCA_Plotting!$N$11)</c:f>
              <c:numCache>
                <c:formatCode>0.000</c:formatCode>
                <c:ptCount val="3"/>
                <c:pt idx="0" formatCode="0.00">
                  <c:v>-5.4019999999999999E-2</c:v>
                </c:pt>
                <c:pt idx="1">
                  <c:v>0.28579900000000003</c:v>
                </c:pt>
                <c:pt idx="2">
                  <c:v>0.26843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47B2-E747-97DF-F783AA01A457}"/>
            </c:ext>
          </c:extLst>
        </c:ser>
        <c:ser>
          <c:idx val="9"/>
          <c:order val="8"/>
          <c:tx>
            <c:strRef>
              <c:f>TC_TCA_Plotting!$A$12</c:f>
              <c:strCache>
                <c:ptCount val="1"/>
                <c:pt idx="0">
                  <c:v>d_122_1</c:v>
                </c:pt>
              </c:strCache>
            </c:strRef>
          </c:tx>
          <c:spPr>
            <a:ln w="44450" cap="rnd" cmpd="sng">
              <a:solidFill>
                <a:srgbClr val="00B050"/>
              </a:solidFill>
              <a:prstDash val="sysDot"/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(TC_TCA_Plotting!$J$12,TC_TCA_Plotting!$L$12,TC_TCA_Plotting!$N$12)</c:f>
              <c:numCache>
                <c:formatCode>0.000</c:formatCode>
                <c:ptCount val="3"/>
                <c:pt idx="0" formatCode="0.00">
                  <c:v>0.25425799999999998</c:v>
                </c:pt>
                <c:pt idx="1">
                  <c:v>0.28508499999999998</c:v>
                </c:pt>
                <c:pt idx="2">
                  <c:v>0.343582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47B2-E747-97DF-F783AA01A457}"/>
            </c:ext>
          </c:extLst>
        </c:ser>
        <c:ser>
          <c:idx val="10"/>
          <c:order val="9"/>
          <c:tx>
            <c:strRef>
              <c:f>TC_TCA_Plotting!$A$16</c:f>
              <c:strCache>
                <c:ptCount val="1"/>
                <c:pt idx="0">
                  <c:v>Mean</c:v>
                </c:pt>
              </c:strCache>
            </c:strRef>
          </c:tx>
          <c:spPr>
            <a:ln w="444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strRef>
              <c:f>(TC_TCA_Plotting!$J$2,TC_TCA_Plotting!$L$2,TC_TCA_Plotting!$N$2)</c:f>
              <c:strCache>
                <c:ptCount val="3"/>
                <c:pt idx="0">
                  <c:v>AA</c:v>
                </c:pt>
                <c:pt idx="1">
                  <c:v>3Di</c:v>
                </c:pt>
                <c:pt idx="2">
                  <c:v>AA+3Di</c:v>
                </c:pt>
              </c:strCache>
            </c:strRef>
          </c:cat>
          <c:val>
            <c:numRef>
              <c:f>(TC_TCA_Plotting!$J$16,TC_TCA_Plotting!$L$16,TC_TCA_Plotting!$N$16)</c:f>
              <c:numCache>
                <c:formatCode>0.00</c:formatCode>
                <c:ptCount val="3"/>
                <c:pt idx="0">
                  <c:v>0.26191533333333333</c:v>
                </c:pt>
                <c:pt idx="1">
                  <c:v>0.30493055555555559</c:v>
                </c:pt>
                <c:pt idx="2">
                  <c:v>0.43151455555555557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47B2-E747-97DF-F783AA01A4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62889679"/>
        <c:axId val="1544049776"/>
      </c:lineChart>
      <c:catAx>
        <c:axId val="2062889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4049776"/>
        <c:crossesAt val="-0.1"/>
        <c:auto val="1"/>
        <c:lblAlgn val="ctr"/>
        <c:lblOffset val="100"/>
        <c:noMultiLvlLbl val="0"/>
      </c:catAx>
      <c:valAx>
        <c:axId val="154404977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2889679"/>
        <c:crosses val="autoZero"/>
        <c:crossBetween val="between"/>
      </c:valAx>
      <c:spPr>
        <a:noFill/>
        <a:ln>
          <a:solidFill>
            <a:schemeClr val="bg1">
              <a:lumMod val="65000"/>
            </a:schemeClr>
          </a:solidFill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1187-4809-2E1A-7B4C-3911DD121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F3F64-3C52-0E8C-D2D1-1098C9DDC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F9CBB-7255-C8C8-48F6-ECB6AD82E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EBC8-5ED8-224C-91C5-8237E01938DB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5CE82-F8D6-2AC0-7C4A-1A887CF9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F63CB-2682-8276-BA0C-7CB833FEE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C15-D172-5543-8974-6EFCEAA0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86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8B1E0-B0EF-B967-5F6F-A5ABC945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14B8A-C3E4-04AB-3A04-86C93679B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3389E-2967-1239-1AD7-FB53D660B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EBC8-5ED8-224C-91C5-8237E01938DB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6C9D6-EA9A-6793-5B60-01FAF45F3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33410-EDC8-EE6F-A1DB-65F79DCA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C15-D172-5543-8974-6EFCEAA0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11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4F46B-5A21-7FCA-B7FB-CC13A89D6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10D99-9A3D-DCC3-72AF-0B95DF681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B6A8-547E-C8EA-C0C4-CE686EDD6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EBC8-5ED8-224C-91C5-8237E01938DB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CC774-8F1E-CA50-FEA7-53E810C4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0F0A9-B903-848E-06BB-4CD18AD1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C15-D172-5543-8974-6EFCEAA0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28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D7CC-E52B-AB70-048F-E32683D6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EB013-A9C1-33EE-7BE9-907206E9D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1E7E6-45BF-728C-ED19-3862DF4CA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0C31-C46F-C74B-D649-72CCA395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EBC8-5ED8-224C-91C5-8237E01938DB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BF937-F065-9C22-25A8-C6643A423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2D301-B7C6-A192-5BAF-F3A2288A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C15-D172-5543-8974-6EFCEAA0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C772-B9AE-2501-DB90-865AF145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D1AC2-F45E-C586-9021-108A774FC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DCE41-A4D2-6D13-C5AC-58B079BD8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03813-B61F-612D-B433-FBDEB4454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E4EE7-F32E-6875-B1F1-D7E891972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4682F1-30C1-42D0-85B6-D8C3AF6AF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EBC8-5ED8-224C-91C5-8237E01938DB}" type="datetimeFigureOut">
              <a:rPr lang="en-US" smtClean="0"/>
              <a:t>8/6/25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3A2691-45DA-DFFE-3D9F-10BFACE8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79CE20-F320-C755-9096-5754A461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C15-D172-5543-8974-6EFCEAA0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14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96EF-02D7-6E06-80EE-727A28096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5A5354-B100-0DE5-FC58-1D4D61167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EBC8-5ED8-224C-91C5-8237E01938DB}" type="datetimeFigureOut">
              <a:rPr lang="en-US" smtClean="0"/>
              <a:t>8/6/25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85360-814F-4D5E-7670-C24B2489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FD562-1A61-FAEB-3483-236E7057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C15-D172-5543-8974-6EFCEAA0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7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03797-29BD-019E-9AA2-A65AE51C0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EBC8-5ED8-224C-91C5-8237E01938DB}" type="datetimeFigureOut">
              <a:rPr lang="en-US" smtClean="0"/>
              <a:t>8/6/25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B0871-7237-1E88-7C8F-9E5B46C1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00831-B3A4-4F4F-B3A9-7389803C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C15-D172-5543-8974-6EFCEAA0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4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A586-D04E-CF46-9EE5-2ED65E47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C0C1F-C928-30EE-7820-6EB1CA24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D06E2-BF42-F3C9-B91C-6A2FDFB22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F14D1-F166-0840-143B-D98E436A9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EBC8-5ED8-224C-91C5-8237E01938DB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48B7E-D97D-64FC-7020-D1F41AC7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9D593-31A6-F8F9-D650-80AA0A38B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C15-D172-5543-8974-6EFCEAA0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2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7F02-50C3-5036-9F31-2E083C91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433D90-5B4D-A0EE-E105-B10E11465C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FB5E7-8C9B-44F0-FDAD-58FD3FCD2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94A05-99D8-E286-C740-F46B1DFB3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EBC8-5ED8-224C-91C5-8237E01938DB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E5865-5EAB-9E12-669B-5792584D4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30C73-C69A-D8EC-7D81-030A514C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C15-D172-5543-8974-6EFCEAA0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03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6B42-BEF9-4C66-491F-A1671784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214E7-D78B-DA9C-7C59-BF39098B6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3138-349C-A96C-5086-609B751A7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EBC8-5ED8-224C-91C5-8237E01938DB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7899A-B26E-EE97-39C0-91A44CE1A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2EED1-38B8-955A-2E64-96A877823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C15-D172-5543-8974-6EFCEAA0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18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2B861F-383C-27A0-EFB7-9B72F4507B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C07C7-BB34-1F15-E1FA-E0C2B2C66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0AB1D-6872-693D-947B-93ECF877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EBC8-5ED8-224C-91C5-8237E01938DB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95933-2A30-D14F-4577-B3B67564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490FA-606A-33EF-EE72-6CB6B045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32C15-D172-5543-8974-6EFCEAA0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1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294CFA-6376-F953-2DD4-9849803A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08A35-F748-BB23-606C-73B7F6149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BA800-E86B-9687-45EE-398BED1E8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21EBC8-5ED8-224C-91C5-8237E01938DB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0309C-305D-E6AA-36A8-E46CF1B37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39A2C-930F-D340-6A68-3DC5BF57A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32C15-D172-5543-8974-6EFCEAA0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F87541C-FD2C-2A40-A3F4-22732DA20E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1095170"/>
              </p:ext>
            </p:extLst>
          </p:nvPr>
        </p:nvGraphicFramePr>
        <p:xfrm>
          <a:off x="5923437" y="1266823"/>
          <a:ext cx="5245100" cy="4324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B60F831-98F4-A3FF-EB19-1D1ED56068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4946788"/>
              </p:ext>
            </p:extLst>
          </p:nvPr>
        </p:nvGraphicFramePr>
        <p:xfrm>
          <a:off x="678337" y="1240438"/>
          <a:ext cx="5245100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B4DAB04-B0F9-5E79-C854-B3F2C25891E6}"/>
              </a:ext>
            </a:extLst>
          </p:cNvPr>
          <p:cNvSpPr txBox="1"/>
          <p:nvPr/>
        </p:nvSpPr>
        <p:spPr>
          <a:xfrm>
            <a:off x="673959" y="790147"/>
            <a:ext cx="3269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A49D5-1D48-7715-2DDF-BB235F5378CC}"/>
              </a:ext>
            </a:extLst>
          </p:cNvPr>
          <p:cNvSpPr txBox="1"/>
          <p:nvPr/>
        </p:nvSpPr>
        <p:spPr>
          <a:xfrm>
            <a:off x="5932531" y="790147"/>
            <a:ext cx="3269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47956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Fullmer</dc:creator>
  <cp:lastModifiedBy>Nicholas Matzke</cp:lastModifiedBy>
  <cp:revision>3</cp:revision>
  <cp:lastPrinted>2025-08-05T23:48:12Z</cp:lastPrinted>
  <dcterms:created xsi:type="dcterms:W3CDTF">2025-07-31T01:47:17Z</dcterms:created>
  <dcterms:modified xsi:type="dcterms:W3CDTF">2025-08-05T23:48:13Z</dcterms:modified>
</cp:coreProperties>
</file>