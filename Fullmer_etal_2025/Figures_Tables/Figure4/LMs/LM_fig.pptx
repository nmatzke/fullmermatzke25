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8"/>
    <p:restoredTop sz="94662"/>
  </p:normalViewPr>
  <p:slideViewPr>
    <p:cSldViewPr snapToGrid="0">
      <p:cViewPr varScale="1">
        <p:scale>
          <a:sx n="91" d="100"/>
          <a:sy n="91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66A17-6AC3-A26F-FBB6-B9A842ED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E1374-CB50-10FD-2063-6449B8A92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8569-8976-F25B-2325-03F62635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1D717-4F74-E5A7-D941-65815CF0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201F-81DA-1BD8-82CF-9EF25368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2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4D9F-C79E-C2B7-DEFB-25B7F0CE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B39E-97F7-8A13-AB0A-AFFD87221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908D1-8DD7-8B87-431B-9BB30B14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0EA02-593B-F054-2D44-016306FD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F8299-3487-8AF9-AAB6-039CB940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2DD4-5114-FBD5-2982-BDD5A0B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44B70-C60F-0695-F9F3-DCEF8DB6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1A008-0555-691B-3B59-281A4926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1AF4A-AE2B-E182-652C-7801A6CD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CE040-570F-3B0C-FCDA-01B82A1E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3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58C1-58A7-C4C9-93CB-CEE7B073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1B31-FF15-DBBD-1A51-C87C4D616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8EC1B-A053-330B-0F47-73213A152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F2077-C8A9-B564-A2C4-974905BD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79A34-CB0A-D49E-ABF9-AE2D8E65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8DAD1-97FC-EDAE-51E2-86E54E3F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5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16D1-F083-33A0-7F4A-74CAFCB3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5B6D1-1C46-43E4-5A24-718590EE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1240-C708-4AEC-D863-D67C6E6DE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3E339-98E0-CDA2-95D1-E7CD0D6B1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90C4B-39EE-7382-DD07-C3B2EF5A8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5CBD2-2866-0B39-5EA1-2B6FBCCA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55C1D-DD7E-0FD4-6FD2-1F413102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50214-E755-C61E-2A15-FE748BE0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4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49E4-06A4-B2A0-6269-08676382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479BA-CD65-D4D3-C055-3706BE0D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DC449-03E5-810C-3F60-6D95E0AF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3372B-BD6A-314D-A779-6C63B624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1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42C2E-84FE-B9C9-1A97-5FEEDFC3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9D04F-71A1-1AC9-238F-E0D22F52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470A3-1BA0-5480-8980-A84B1796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2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E022-C03E-AD7F-EF5B-994B645E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19573-9B94-763D-071E-D698A58B6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E7F48-53D9-BCBE-C926-7B312E884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DAACC-F4A1-16C8-2E1A-A8CFC67C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4417D-A6DE-ADB3-0B9F-D5EEB3E1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1BAE9-F160-BA05-D0B3-DB250E33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7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69A7-F47C-F11A-06B7-FFA58BAD0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6D885-80A9-6692-84F0-36A5A6B56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CE6E2-F87E-3EDA-0E10-D414CC031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01048-6317-5E18-1422-D0D7296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0888F-7EF1-C8FC-BA59-65064DD5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5852F-6598-2B9A-81BF-B60F7314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9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6CDF-EF34-F193-0B2D-91AB9C37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F685E-F7DD-927D-1A11-5AAD57C2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B9D3-ED55-D4D1-1083-078F202D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48740-9907-763A-D9C0-73A9CC4B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BAC9B-D122-C3F1-1D54-47E5D061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1FA441-CE95-A29D-4469-2A6E4973F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EE657-071A-7F1B-515A-3462320C1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716C6-F42C-46D4-5094-AC8594E8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DDD2-B49E-E040-5113-FDBB599B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5DF44-21A8-4C28-D9B1-FE0892C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9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016CB-D65F-2FF1-5B00-C0378F76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A4906-39C1-1376-DFE5-882722535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4D46-BEC0-1A62-D0A8-3BFB553DF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4B27B-B320-9A4E-B3C8-DA384C458E63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2999-C9CA-1DE9-97D0-35AAE480A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F398-B0E6-5756-450A-CD972CE6E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5694F-E3C4-234A-AA17-516870D5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6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62E6FB-135C-48C9-00F9-B64A6CE6F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83" r="49826" b="50925"/>
          <a:stretch>
            <a:fillRect/>
          </a:stretch>
        </p:blipFill>
        <p:spPr>
          <a:xfrm>
            <a:off x="774212" y="2221883"/>
            <a:ext cx="3670300" cy="2391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8D56D7-778E-5978-103E-747CA3F7C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83" r="50173" b="49767"/>
          <a:stretch>
            <a:fillRect/>
          </a:stretch>
        </p:blipFill>
        <p:spPr>
          <a:xfrm>
            <a:off x="8371742" y="2221883"/>
            <a:ext cx="3644900" cy="24551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63335-8024-9E3B-DE33-99113EBA82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82" r="51042" b="50000"/>
          <a:stretch>
            <a:fillRect/>
          </a:stretch>
        </p:blipFill>
        <p:spPr>
          <a:xfrm>
            <a:off x="4617427" y="2221883"/>
            <a:ext cx="3581400" cy="2442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EABE6-EBF1-A8E0-B212-58A4A9B21275}"/>
              </a:ext>
            </a:extLst>
          </p:cNvPr>
          <p:cNvSpPr txBox="1"/>
          <p:nvPr/>
        </p:nvSpPr>
        <p:spPr>
          <a:xfrm>
            <a:off x="469462" y="2165611"/>
            <a:ext cx="52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5D6F4-B485-48BF-FDB9-1D8DEEFE3470}"/>
              </a:ext>
            </a:extLst>
          </p:cNvPr>
          <p:cNvSpPr txBox="1"/>
          <p:nvPr/>
        </p:nvSpPr>
        <p:spPr>
          <a:xfrm>
            <a:off x="4305404" y="2165611"/>
            <a:ext cx="52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CB22E-8ED3-1362-1DFA-F54F79BB09F9}"/>
              </a:ext>
            </a:extLst>
          </p:cNvPr>
          <p:cNvSpPr txBox="1"/>
          <p:nvPr/>
        </p:nvSpPr>
        <p:spPr>
          <a:xfrm>
            <a:off x="8047700" y="2165611"/>
            <a:ext cx="52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39395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Fullmer</dc:creator>
  <cp:lastModifiedBy>Matthew Fullmer</cp:lastModifiedBy>
  <cp:revision>1</cp:revision>
  <dcterms:created xsi:type="dcterms:W3CDTF">2025-07-31T21:54:30Z</dcterms:created>
  <dcterms:modified xsi:type="dcterms:W3CDTF">2025-07-31T21:59:50Z</dcterms:modified>
</cp:coreProperties>
</file>